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46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31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11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43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92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900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33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49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21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78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0294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907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3103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340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630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433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EDCA8-E735-48A3-94C5-11CA790C252B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2A6BC86-C5CB-4643-B32D-BDF6A17BB2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17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5BFC-A088-647E-8DED-A68AE642BA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HOTEL MANAGEMENT SYSTEM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216C9-3DD5-F16A-3AAA-2AB201E7D3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Unified Solution for Owners, Admins, Waiters &amp; Customers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757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7CC4-4AB5-2705-D624-A15F77AF3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/ Challenge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49C-77D5-519C-BF67-D16D23FD2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 to manage business manually</a:t>
            </a:r>
          </a:p>
          <a:p>
            <a:r>
              <a:rPr lang="en-US" dirty="0"/>
              <a:t>No visual data Analytics over the year / month / week</a:t>
            </a:r>
          </a:p>
          <a:p>
            <a:r>
              <a:rPr lang="en-US" dirty="0"/>
              <a:t>Staff management</a:t>
            </a:r>
          </a:p>
          <a:p>
            <a:r>
              <a:rPr lang="en-US" dirty="0"/>
              <a:t>Manual order handling → delays &amp; errors → No customer </a:t>
            </a:r>
            <a:r>
              <a:rPr lang="en-US" dirty="0" err="1"/>
              <a:t>realtime</a:t>
            </a:r>
            <a:r>
              <a:rPr lang="en-US" dirty="0"/>
              <a:t> feedback</a:t>
            </a:r>
          </a:p>
          <a:p>
            <a:r>
              <a:rPr lang="en-US" dirty="0"/>
              <a:t>Menu mismanagement</a:t>
            </a:r>
          </a:p>
          <a:p>
            <a:r>
              <a:rPr lang="en-US" dirty="0"/>
              <a:t>Limited customer experience</a:t>
            </a:r>
          </a:p>
          <a:p>
            <a:r>
              <a:rPr lang="en-US" dirty="0"/>
              <a:t>Revenue leakage from inefficiencies</a:t>
            </a:r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80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9077-DC1E-F1EC-FEC7-4DD2BEF0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we are providing solution?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D7FFC-F4F2-D0E3-71CD-BB3BB0819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Automated business management</a:t>
            </a:r>
          </a:p>
          <a:p>
            <a:r>
              <a:rPr lang="en-US" dirty="0"/>
              <a:t>Visual reports: Yearly / Monthly / Weekly</a:t>
            </a:r>
          </a:p>
          <a:p>
            <a:r>
              <a:rPr lang="en-US" dirty="0"/>
              <a:t>Four role-based apps: Customer, Waiter, Admin, Owner</a:t>
            </a:r>
          </a:p>
          <a:p>
            <a:r>
              <a:rPr lang="en-GB" dirty="0"/>
              <a:t>Handles: Staff, Orders, Menu, Products</a:t>
            </a:r>
          </a:p>
          <a:p>
            <a:r>
              <a:rPr lang="en-US" dirty="0"/>
              <a:t>Secure role-based access &amp; real-time sync</a:t>
            </a:r>
          </a:p>
          <a:p>
            <a:r>
              <a:rPr lang="en-GB" dirty="0"/>
              <a:t>Multi-platform app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211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24EF5-95E0-574A-78A9-698E4257E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Staff / Order Management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033B4-7C52-8698-E75E-CD6BC579D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Add/Remove/Update details of Staff </a:t>
            </a:r>
          </a:p>
          <a:p>
            <a:r>
              <a:rPr lang="en-US" dirty="0"/>
              <a:t>Staff Roles includes:</a:t>
            </a:r>
            <a:r>
              <a:rPr lang="en-GB" dirty="0"/>
              <a:t> Manager / Waiter</a:t>
            </a:r>
          </a:p>
          <a:p>
            <a:r>
              <a:rPr lang="en-GB" dirty="0"/>
              <a:t>Any other necessary action. (</a:t>
            </a:r>
            <a:r>
              <a:rPr lang="en-GB" dirty="0" err="1"/>
              <a:t>i.e</a:t>
            </a:r>
            <a:r>
              <a:rPr lang="en-GB" dirty="0"/>
              <a:t> assign waiter to order)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9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33A4-3C1C-9145-4893-B09EF97F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Orders (Takeaway – Dining - Delivery)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C3467-F83E-5B5D-951B-12D68BBD1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Online ordering via customer app</a:t>
            </a:r>
          </a:p>
          <a:p>
            <a:r>
              <a:rPr lang="en-GB" dirty="0"/>
              <a:t>Receipt printing &amp; reports</a:t>
            </a:r>
          </a:p>
          <a:p>
            <a:r>
              <a:rPr lang="en-US" dirty="0"/>
              <a:t>Takeaway order creation &amp; pickup tracking</a:t>
            </a:r>
          </a:p>
          <a:p>
            <a:r>
              <a:rPr lang="en-GB" dirty="0"/>
              <a:t>Order management by business manager</a:t>
            </a:r>
          </a:p>
          <a:p>
            <a:r>
              <a:rPr lang="en-GB" dirty="0"/>
              <a:t>Assignment of waiter</a:t>
            </a:r>
          </a:p>
          <a:p>
            <a:r>
              <a:rPr lang="en-GB" dirty="0"/>
              <a:t>Proper status update of order – viewable to customer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068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4B72-2D51-A6F4-86BD-6728E3D3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Management (Menu – Category – Product)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A15BF-74F5-3192-29FA-E898CCB91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Add/remove/update categories &amp; products</a:t>
            </a:r>
          </a:p>
          <a:p>
            <a:r>
              <a:rPr lang="en-GB" dirty="0"/>
              <a:t>Real-time availability status</a:t>
            </a:r>
          </a:p>
          <a:p>
            <a:r>
              <a:rPr lang="en-GB" dirty="0"/>
              <a:t>Showing to user on app as well as QR-scanning</a:t>
            </a:r>
          </a:p>
          <a:p>
            <a:r>
              <a:rPr lang="en-GB" dirty="0"/>
              <a:t>Manager / Waiter / Client controlled access</a:t>
            </a:r>
          </a:p>
        </p:txBody>
      </p:sp>
    </p:spTree>
    <p:extLst>
      <p:ext uri="{BB962C8B-B14F-4D97-AF65-F5344CB8AC3E}">
        <p14:creationId xmlns:p14="http://schemas.microsoft.com/office/powerpoint/2010/main" val="410157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922E6-D811-2AEA-4260-B2E1ACBD1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Customer are attracted towards your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7404F-1986-448D-1DA8-F38C9FE27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at one click</a:t>
            </a:r>
          </a:p>
          <a:p>
            <a:r>
              <a:rPr lang="en-US" dirty="0"/>
              <a:t>Top selling products</a:t>
            </a:r>
          </a:p>
          <a:p>
            <a:r>
              <a:rPr lang="en-US" dirty="0"/>
              <a:t>Order tracking</a:t>
            </a:r>
          </a:p>
          <a:p>
            <a:r>
              <a:rPr lang="en-US" dirty="0"/>
              <a:t>Place customize orders </a:t>
            </a:r>
            <a:r>
              <a:rPr lang="en-GB" dirty="0"/>
              <a:t>(notes/options)</a:t>
            </a:r>
            <a:endParaRPr lang="en-US" dirty="0"/>
          </a:p>
          <a:p>
            <a:r>
              <a:rPr lang="en-US" dirty="0"/>
              <a:t>Categorized menu with images/prices</a:t>
            </a:r>
          </a:p>
          <a:p>
            <a:r>
              <a:rPr lang="en-GB" dirty="0"/>
              <a:t>Order tracking /status update</a:t>
            </a:r>
          </a:p>
        </p:txBody>
      </p:sp>
    </p:spTree>
    <p:extLst>
      <p:ext uri="{BB962C8B-B14F-4D97-AF65-F5344CB8AC3E}">
        <p14:creationId xmlns:p14="http://schemas.microsoft.com/office/powerpoint/2010/main" val="18842311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249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HOTEL MANAGEMENT SYSTEM </vt:lpstr>
      <vt:lpstr>Problem / Challenge </vt:lpstr>
      <vt:lpstr>How we are providing solution? </vt:lpstr>
      <vt:lpstr>Staff / Order Management </vt:lpstr>
      <vt:lpstr>Orders (Takeaway – Dining - Delivery)</vt:lpstr>
      <vt:lpstr>Management (Menu – Category – Product) </vt:lpstr>
      <vt:lpstr>Why Customer are attracted towards your business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Aziz</dc:creator>
  <cp:lastModifiedBy>Abdul Aziz</cp:lastModifiedBy>
  <cp:revision>3</cp:revision>
  <dcterms:created xsi:type="dcterms:W3CDTF">2025-08-24T10:27:59Z</dcterms:created>
  <dcterms:modified xsi:type="dcterms:W3CDTF">2025-08-24T11:07:28Z</dcterms:modified>
</cp:coreProperties>
</file>